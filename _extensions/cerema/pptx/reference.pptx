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4"/>
  </p:sldMasterIdLst>
  <p:notesMasterIdLst>
    <p:notesMasterId r:id="rId31"/>
  </p:notesMasterIdLst>
  <p:handoutMasterIdLst>
    <p:handoutMasterId r:id="rId32"/>
  </p:handoutMasterIdLst>
  <p:sldIdLst/>
  <p:sldSz cx="13444538" cy="7562850"/>
  <p:notesSz cx="9926638" cy="679767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7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me Amel BOUAKAZ" initials="MAB" lastIdx="33" clrIdx="0">
    <p:extLst>
      <p:ext uri="{19B8F6BF-5375-455C-9EA6-DF929625EA0E}">
        <p15:presenceInfo xmlns:p15="http://schemas.microsoft.com/office/powerpoint/2012/main" userId="S-1-5-21-1400669940-2874269118-2294255063-71702" providerId="AD"/>
      </p:ext>
    </p:extLst>
  </p:cmAuthor>
  <p:cmAuthor id="2" name="M. Benoît RONEZ" initials="MBR" lastIdx="66" clrIdx="1">
    <p:extLst>
      <p:ext uri="{19B8F6BF-5375-455C-9EA6-DF929625EA0E}">
        <p15:presenceInfo xmlns:p15="http://schemas.microsoft.com/office/powerpoint/2012/main" userId="S-1-5-21-1400669940-2874269118-2294255063-19137" providerId="AD"/>
      </p:ext>
    </p:extLst>
  </p:cmAuthor>
  <p:cmAuthor id="3" name="Mme Clara CAPDEVIELLE" initials="MCC" lastIdx="12" clrIdx="2">
    <p:extLst>
      <p:ext uri="{19B8F6BF-5375-455C-9EA6-DF929625EA0E}">
        <p15:presenceInfo xmlns:p15="http://schemas.microsoft.com/office/powerpoint/2012/main" userId="S-1-5-21-1400669940-2874269118-2294255063-75708" providerId="AD"/>
      </p:ext>
    </p:extLst>
  </p:cmAuthor>
  <p:cmAuthor id="4" name="Laetitia VEYRET" initials="LV" lastIdx="44" clrIdx="3">
    <p:extLst>
      <p:ext uri="{19B8F6BF-5375-455C-9EA6-DF929625EA0E}">
        <p15:presenceInfo xmlns:p15="http://schemas.microsoft.com/office/powerpoint/2012/main" userId="S::l.veyret@hubconseil.fr::70ab1dc6-537c-4bf3-ab89-6ea798ea77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BFD8"/>
    <a:srgbClr val="000000"/>
    <a:srgbClr val="EF7757"/>
    <a:srgbClr val="8E84AE"/>
    <a:srgbClr val="FDEAE5"/>
    <a:srgbClr val="ECF3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11"/>
    <p:restoredTop sz="86521" autoAdjust="0"/>
  </p:normalViewPr>
  <p:slideViewPr>
    <p:cSldViewPr>
      <p:cViewPr varScale="1">
        <p:scale>
          <a:sx n="115" d="100"/>
          <a:sy n="115" d="100"/>
        </p:scale>
        <p:origin x="2344" y="192"/>
      </p:cViewPr>
      <p:guideLst>
        <p:guide orient="horz" pos="2880"/>
        <p:guide pos="27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422"/>
    </p:cViewPr>
  </p:sorterViewPr>
  <p:notesViewPr>
    <p:cSldViewPr>
      <p:cViewPr varScale="1">
        <p:scale>
          <a:sx n="162" d="100"/>
          <a:sy n="162" d="100"/>
        </p:scale>
        <p:origin x="960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commentAuthors" Target="commentAuthors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A22F66F-6C77-3CE4-D1DB-60B53329CF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A1B425-5874-C469-1721-48E786C34A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6F8CB-EE25-3B4F-A687-7C038DE31826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192B9D-9BC3-B4CD-EC98-F5C66EFF26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9CC723-D31E-8B35-E0D9-74356B26D6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50110-701C-944E-962C-FA79658798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30234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642" cy="341026"/>
          </a:xfrm>
          <a:prstGeom prst="rect">
            <a:avLst/>
          </a:prstGeom>
        </p:spPr>
        <p:txBody>
          <a:bodyPr vert="horz" lIns="83759" tIns="41880" rIns="83759" bIns="41880" rtlCol="0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3523" y="0"/>
            <a:ext cx="4300168" cy="341026"/>
          </a:xfrm>
          <a:prstGeom prst="rect">
            <a:avLst/>
          </a:prstGeom>
        </p:spPr>
        <p:txBody>
          <a:bodyPr vert="horz" lIns="83759" tIns="41880" rIns="83759" bIns="41880" rtlCol="0"/>
          <a:lstStyle>
            <a:lvl1pPr algn="r">
              <a:defRPr sz="1100"/>
            </a:lvl1pPr>
          </a:lstStyle>
          <a:p>
            <a:fld id="{0BC4734C-5C76-EE4F-B154-A4523A9EAB3E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759" tIns="41880" rIns="83759" bIns="4188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93254" y="3271845"/>
            <a:ext cx="7940131" cy="2676834"/>
          </a:xfrm>
          <a:prstGeom prst="rect">
            <a:avLst/>
          </a:prstGeom>
        </p:spPr>
        <p:txBody>
          <a:bodyPr vert="horz" lIns="83759" tIns="41880" rIns="83759" bIns="4188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456650"/>
            <a:ext cx="4301642" cy="341025"/>
          </a:xfrm>
          <a:prstGeom prst="rect">
            <a:avLst/>
          </a:prstGeom>
        </p:spPr>
        <p:txBody>
          <a:bodyPr vert="horz" lIns="83759" tIns="41880" rIns="83759" bIns="41880" rtlCol="0" anchor="b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3523" y="6456650"/>
            <a:ext cx="4300168" cy="341025"/>
          </a:xfrm>
          <a:prstGeom prst="rect">
            <a:avLst/>
          </a:prstGeom>
        </p:spPr>
        <p:txBody>
          <a:bodyPr vert="horz" lIns="83759" tIns="41880" rIns="83759" bIns="41880" rtlCol="0" anchor="b"/>
          <a:lstStyle>
            <a:lvl1pPr algn="r">
              <a:defRPr sz="1100"/>
            </a:lvl1pPr>
          </a:lstStyle>
          <a:p>
            <a:fld id="{97274CE7-BEA6-1E4F-B84A-D9812A9EAB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012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sv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sv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7.emf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7.emf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hyperlink" Target="https://www.cerema.fr/fr" TargetMode="External"/><Relationship Id="rId5" Type="http://schemas.openxmlformats.org/officeDocument/2006/relationships/hyperlink" Target="https://www.cerema.fr/fr/collectivites-territoriales" TargetMode="External"/><Relationship Id="rId6" Type="http://schemas.openxmlformats.org/officeDocument/2006/relationships/image" Target="../media/image8.emf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hyperlink" Target="https://www.cerema.fr/fr/contact" TargetMode="External"/><Relationship Id="rId10" Type="http://schemas.openxmlformats.org/officeDocument/2006/relationships/hyperlink" Target="https://www.cerema.fr/fr/activites/services/formation" TargetMode="External"/><Relationship Id="rId11" Type="http://schemas.openxmlformats.org/officeDocument/2006/relationships/hyperlink" Target="https://www.cerema.fr/fr/evenements" TargetMode="External"/><Relationship Id="rId12" Type="http://schemas.openxmlformats.org/officeDocument/2006/relationships/hyperlink" Target="https://doc.cerema.fr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E895E191-7459-183D-E56D-A6510E626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099" t="7480" r="1893" b="83035"/>
          <a:stretch>
            <a:fillRect/>
          </a:stretch>
        </p:blipFill>
        <p:spPr>
          <a:xfrm>
            <a:off x="9609307" y="6600825"/>
            <a:ext cx="3471771" cy="539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01D1B18-08D9-ECA8-B1B8-4529DEAF0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-288131" y="1795823"/>
            <a:ext cx="2902785" cy="2902785"/>
          </a:xfrm>
          <a:prstGeom prst="rect">
            <a:avLst/>
          </a:prstGeom>
        </p:spPr>
      </p:pic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3D6EA793-AFFD-F150-E50E-FE896A3EF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6748" y="3565981"/>
            <a:ext cx="7471301" cy="503590"/>
          </a:xfrm>
        </p:spPr>
        <p:txBody>
          <a:bodyPr lIns="180000" tIns="36000" rIns="180000" bIns="3600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 (OPTIONNEL)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D14FCDA-220B-F713-DCCD-52E99711D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6748" y="2587242"/>
            <a:ext cx="7471301" cy="626701"/>
          </a:xfrm>
        </p:spPr>
        <p:txBody>
          <a:bodyPr lIns="180000" tIns="36000" rIns="180000" bIns="36000"/>
          <a:lstStyle>
            <a:lvl1pPr>
              <a:defRPr sz="3600" b="1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sp>
        <p:nvSpPr>
          <p:cNvPr id="2" name="Espace réservé du texte 13">
            <a:extLst>
              <a:ext uri="{FF2B5EF4-FFF2-40B4-BE49-F238E27FC236}">
                <a16:creationId xmlns:a16="http://schemas.microsoft.com/office/drawing/2014/main" id="{0E64C961-888F-530A-9F6D-D7A20064DD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10231516" y="6441363"/>
            <a:ext cx="2133600" cy="318924"/>
          </a:xfrm>
          <a:solidFill>
            <a:schemeClr val="tx2">
              <a:lumMod val="20000"/>
              <a:lumOff val="80000"/>
            </a:schemeClr>
          </a:solidFill>
        </p:spPr>
        <p:txBody>
          <a:bodyPr lIns="180000" tIns="36000" rIns="180000" bIns="36000"/>
          <a:lstStyle>
            <a:lvl1pPr>
              <a:defRPr sz="1600" b="1">
                <a:solidFill>
                  <a:schemeClr val="tx2"/>
                </a:solidFill>
                <a:latin typeface="Marianne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Graphique 4">
            <a:extLst>
              <a:ext uri="{FF2B5EF4-FFF2-40B4-BE49-F238E27FC236}">
                <a16:creationId xmlns:a16="http://schemas.microsoft.com/office/drawing/2014/main" id="{5A2CE60E-EFF8-6B7B-274E-340FA0A78C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73870" y="317857"/>
            <a:ext cx="1456402" cy="1319093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72975874-1274-4C8B-A480-CF0D75C22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9236869" y="477508"/>
            <a:ext cx="3407220" cy="9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3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couv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218330F-CE30-E60B-8E7D-1B51EBAC82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063" y="1828800"/>
            <a:ext cx="12115800" cy="51530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01D1B18-08D9-ECA8-B1B8-4529DEAF0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-288131" y="1795823"/>
            <a:ext cx="2902785" cy="2902785"/>
          </a:xfrm>
          <a:prstGeom prst="rect">
            <a:avLst/>
          </a:prstGeom>
        </p:spPr>
      </p:pic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3D6EA793-AFFD-F150-E50E-FE896A3EFF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6748" y="3565981"/>
            <a:ext cx="5105400" cy="503590"/>
          </a:xfrm>
          <a:solidFill>
            <a:schemeClr val="bg1"/>
          </a:solidFill>
        </p:spPr>
        <p:txBody>
          <a:bodyPr lIns="180000" tIns="36000" rIns="180000" bIns="3600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  SOUS-TITRE (OPTIONNEL)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D14FCDA-220B-F713-DCCD-52E99711D8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6748" y="2587242"/>
            <a:ext cx="7471301" cy="626701"/>
          </a:xfrm>
          <a:solidFill>
            <a:schemeClr val="tx2"/>
          </a:solidFill>
        </p:spPr>
        <p:txBody>
          <a:bodyPr lIns="180000" tIns="36000" rIns="180000" bIns="3600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7AB8A068-BA97-BF8F-23B0-F6112AE68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099" t="7480" r="1893" b="83035"/>
          <a:stretch>
            <a:fillRect/>
          </a:stretch>
        </p:blipFill>
        <p:spPr>
          <a:xfrm>
            <a:off x="9609307" y="6600825"/>
            <a:ext cx="3471771" cy="539873"/>
          </a:xfrm>
          <a:prstGeom prst="rect">
            <a:avLst/>
          </a:prstGeom>
        </p:spPr>
      </p:pic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450C5B8-C5B2-856B-AC5F-BBBF2F03E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1516" y="6441363"/>
            <a:ext cx="2133600" cy="318924"/>
          </a:xfrm>
          <a:solidFill>
            <a:schemeClr val="tx2">
              <a:lumMod val="20000"/>
              <a:lumOff val="80000"/>
            </a:schemeClr>
          </a:solidFill>
        </p:spPr>
        <p:txBody>
          <a:bodyPr lIns="180000" tIns="36000" rIns="180000" bIns="36000"/>
          <a:lstStyle>
            <a:lvl1pPr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2" name="Graphique 4">
            <a:extLst>
              <a:ext uri="{FF2B5EF4-FFF2-40B4-BE49-F238E27FC236}">
                <a16:creationId xmlns:a16="http://schemas.microsoft.com/office/drawing/2014/main" id="{2BC98933-CD3F-80B8-9D68-DD36C6143B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73870" y="317857"/>
            <a:ext cx="1456402" cy="131909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DF33BAF6-F8E8-896F-8C61-91EF8CCF04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9236869" y="477508"/>
            <a:ext cx="3407220" cy="9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uv avec parten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D115A5D5-CDEC-9669-48E4-34586D6A3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-288131" y="1795823"/>
            <a:ext cx="2902785" cy="2902785"/>
          </a:xfrm>
          <a:prstGeom prst="rect">
            <a:avLst/>
          </a:prstGeom>
        </p:spPr>
      </p:pic>
      <p:sp>
        <p:nvSpPr>
          <p:cNvPr id="2" name="Espace réservé pour une image  3">
            <a:extLst>
              <a:ext uri="{FF2B5EF4-FFF2-40B4-BE49-F238E27FC236}">
                <a16:creationId xmlns:a16="http://schemas.microsoft.com/office/drawing/2014/main" id="{51E00836-DC24-333B-7311-9EE8727BEA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20578" y="452744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8F61E2EC-7EF3-C789-2B7B-14DA481058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91558" y="452744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81EDF9E-13F7-46A9-A1EE-EA77284A1A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25758" y="455348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DCE24E36-657F-E5EF-6D5D-6A7C09417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099" t="7480" r="1893" b="83035"/>
          <a:stretch>
            <a:fillRect/>
          </a:stretch>
        </p:blipFill>
        <p:spPr>
          <a:xfrm>
            <a:off x="9609307" y="6600825"/>
            <a:ext cx="3471771" cy="539873"/>
          </a:xfrm>
          <a:prstGeom prst="rect">
            <a:avLst/>
          </a:prstGeom>
        </p:spPr>
      </p:pic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55DBE402-D210-5A9C-F36E-9BBC90BAD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51269" y="6438759"/>
            <a:ext cx="2133600" cy="318924"/>
          </a:xfrm>
          <a:solidFill>
            <a:schemeClr val="tx2">
              <a:lumMod val="20000"/>
              <a:lumOff val="80000"/>
            </a:schemeClr>
          </a:solidFill>
        </p:spPr>
        <p:txBody>
          <a:bodyPr lIns="180000" tIns="36000" rIns="180000" bIns="36000"/>
          <a:lstStyle>
            <a:lvl1pPr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35025C72-89D5-BF98-1A4C-467F1EB38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6748" y="3565981"/>
            <a:ext cx="5105400" cy="503590"/>
          </a:xfrm>
        </p:spPr>
        <p:txBody>
          <a:bodyPr lIns="180000" tIns="36000" rIns="180000" bIns="3600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 (OPTIONNEL)</a:t>
            </a:r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52255FCB-992E-C925-1E72-5573DE7E74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6748" y="2587242"/>
            <a:ext cx="7471301" cy="626701"/>
          </a:xfrm>
        </p:spPr>
        <p:txBody>
          <a:bodyPr lIns="180000" tIns="36000" rIns="180000" bIns="36000"/>
          <a:lstStyle>
            <a:lvl1pPr>
              <a:defRPr sz="3600" b="1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A7FAD167-0E8A-7FDB-0A3E-787B643D4E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73870" y="317857"/>
            <a:ext cx="1456402" cy="1319093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DCF2A9AF-B187-9599-52F1-0D496805F3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2128906" y="439410"/>
            <a:ext cx="3407220" cy="9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0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couv avec photo et parten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C410312B-541F-DD12-CDDA-C0F10E8B2E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063" y="1828800"/>
            <a:ext cx="12115800" cy="51530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8F6F460A-E451-AE03-87FA-DE395A2A5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20578" y="452744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80A96481-B597-5035-1F13-43D91F7EA4B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91558" y="452744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7" name="Espace réservé pour une image  3">
            <a:extLst>
              <a:ext uri="{FF2B5EF4-FFF2-40B4-BE49-F238E27FC236}">
                <a16:creationId xmlns:a16="http://schemas.microsoft.com/office/drawing/2014/main" id="{490926DF-1EE7-ED9E-18F9-DFA5166682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25758" y="455348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15" name="Graphique 14">
            <a:extLst>
              <a:ext uri="{FF2B5EF4-FFF2-40B4-BE49-F238E27FC236}">
                <a16:creationId xmlns:a16="http://schemas.microsoft.com/office/drawing/2014/main" id="{44E45F95-8D0D-E151-392D-1A85011F8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099" t="7480" r="1893" b="83035"/>
          <a:stretch>
            <a:fillRect/>
          </a:stretch>
        </p:blipFill>
        <p:spPr>
          <a:xfrm>
            <a:off x="9609307" y="6600825"/>
            <a:ext cx="3471771" cy="539873"/>
          </a:xfrm>
          <a:prstGeom prst="rect">
            <a:avLst/>
          </a:prstGeom>
        </p:spPr>
      </p:pic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72BE2FA0-A948-278E-735C-5E84BECC47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1516" y="6441363"/>
            <a:ext cx="2133600" cy="318924"/>
          </a:xfrm>
          <a:solidFill>
            <a:schemeClr val="tx2">
              <a:lumMod val="20000"/>
              <a:lumOff val="80000"/>
            </a:schemeClr>
          </a:solidFill>
        </p:spPr>
        <p:txBody>
          <a:bodyPr lIns="180000" tIns="36000" rIns="180000" bIns="36000"/>
          <a:lstStyle>
            <a:lvl1pPr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115A5D5-CDEC-9669-48E4-34586D6A3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-288131" y="1795823"/>
            <a:ext cx="2902785" cy="2902785"/>
          </a:xfrm>
          <a:prstGeom prst="rect">
            <a:avLst/>
          </a:prstGeom>
        </p:spPr>
      </p:pic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B6F77A94-C929-D2B3-F22F-EA713D07B1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6748" y="3565981"/>
            <a:ext cx="5105400" cy="503590"/>
          </a:xfrm>
          <a:solidFill>
            <a:schemeClr val="bg1"/>
          </a:solidFill>
        </p:spPr>
        <p:txBody>
          <a:bodyPr lIns="180000" tIns="36000" rIns="180000" bIns="3600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  SOUS-TITRE (OPTIONNEL)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AFA43DF-FB57-F58D-8BD8-96BC92D432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6748" y="2587242"/>
            <a:ext cx="7471301" cy="626701"/>
          </a:xfrm>
          <a:solidFill>
            <a:schemeClr val="tx2"/>
          </a:solidFill>
        </p:spPr>
        <p:txBody>
          <a:bodyPr lIns="180000" tIns="36000" rIns="180000" bIns="3600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020E86C5-8A4C-1903-AD7F-42E741CB2B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73870" y="317857"/>
            <a:ext cx="1456402" cy="1319093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A1EA9EDB-C1B3-9B93-39F3-9EF58E8C79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2128906" y="439410"/>
            <a:ext cx="3407220" cy="9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7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dégradé avec somm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581025"/>
            <a:ext cx="13444538" cy="6045000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24B21D7C-0A17-140E-5A73-B82A25C966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97EC45-B976-91BB-3877-363EEAF63984}"/>
              </a:ext>
            </a:extLst>
          </p:cNvPr>
          <p:cNvSpPr/>
          <p:nvPr userDrawn="1"/>
        </p:nvSpPr>
        <p:spPr>
          <a:xfrm>
            <a:off x="7408069" y="352425"/>
            <a:ext cx="3733800" cy="627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F7B6F57-46C3-CD06-E77B-C988B4FEB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55010"/>
          <a:stretch>
            <a:fillRect/>
          </a:stretch>
        </p:blipFill>
        <p:spPr>
          <a:xfrm rot="16200000">
            <a:off x="8447826" y="-1044284"/>
            <a:ext cx="1654287" cy="3733800"/>
          </a:xfrm>
          <a:prstGeom prst="rect">
            <a:avLst/>
          </a:prstGeom>
        </p:spPr>
      </p:pic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68924F9E-91E3-47FF-44FA-27C15077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5946" y="2714625"/>
            <a:ext cx="5105400" cy="615553"/>
          </a:xfr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Chapitre </a:t>
            </a:r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E6516E67-620A-5A22-89D4-AA79493622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1470" y="4543425"/>
            <a:ext cx="2133600" cy="1723549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 1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2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3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4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A75F74F-E35F-B240-FF80-F209B3B45C8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473B20AC-2C11-FF85-811A-473F728038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F97D394D-6C97-1692-4AEE-ABE3693BF0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24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581025"/>
            <a:ext cx="13444538" cy="6045000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24B21D7C-0A17-140E-5A73-B82A25C966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5CA86208-31E3-4E30-B1FF-2F847AC4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946" y="2714625"/>
            <a:ext cx="5105400" cy="615553"/>
          </a:xfr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Chapitre 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8EB1B389-D38B-13CA-8B4D-0597028A60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21" name="Graphique 4">
              <a:extLst>
                <a:ext uri="{FF2B5EF4-FFF2-40B4-BE49-F238E27FC236}">
                  <a16:creationId xmlns:a16="http://schemas.microsoft.com/office/drawing/2014/main" id="{688A4AA0-47C4-47B6-930C-989F45A437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2" name="Graphique 21">
              <a:extLst>
                <a:ext uri="{FF2B5EF4-FFF2-40B4-BE49-F238E27FC236}">
                  <a16:creationId xmlns:a16="http://schemas.microsoft.com/office/drawing/2014/main" id="{5D5BC4A1-0DF3-0A56-2FA0-DE041153AA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102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nd blanc avec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9330CD4A-5227-6129-F6D7-25D996C358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55010"/>
          <a:stretch>
            <a:fillRect/>
          </a:stretch>
        </p:blipFill>
        <p:spPr>
          <a:xfrm rot="16200000">
            <a:off x="8447826" y="-1044284"/>
            <a:ext cx="1654287" cy="3733800"/>
          </a:xfrm>
          <a:prstGeom prst="rect">
            <a:avLst/>
          </a:prstGeom>
        </p:spPr>
      </p:pic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732811FC-D25E-D27F-3AAD-5C5464352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5946" y="2714625"/>
            <a:ext cx="5105400" cy="615553"/>
          </a:xfrm>
        </p:spPr>
        <p:txBody>
          <a:bodyPr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Chapitre 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452D2BA-701F-5A8D-9E7C-67870761F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1469" y="4437191"/>
            <a:ext cx="2133600" cy="1723549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 1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2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3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4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966EB8F-3BAD-E7B8-DA1C-58575BDE7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60469" y="4314825"/>
            <a:ext cx="0" cy="1968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2ADEF6A5-EB47-FB19-6F8C-19B59C14F9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23" name="Graphique 4">
              <a:extLst>
                <a:ext uri="{FF2B5EF4-FFF2-40B4-BE49-F238E27FC236}">
                  <a16:creationId xmlns:a16="http://schemas.microsoft.com/office/drawing/2014/main" id="{A29CE4E2-BEB9-C55F-69AE-EAA348ED4B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4" name="Graphique 23">
              <a:extLst>
                <a:ext uri="{FF2B5EF4-FFF2-40B4-BE49-F238E27FC236}">
                  <a16:creationId xmlns:a16="http://schemas.microsoft.com/office/drawing/2014/main" id="{0E57BDEE-857A-27DB-FCF8-BCEABE3E56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025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fond blanc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732811FC-D25E-D27F-3AAD-5C5464352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5869" y="2714625"/>
            <a:ext cx="5105400" cy="615553"/>
          </a:xfrm>
        </p:spPr>
        <p:txBody>
          <a:bodyPr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Chapitre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A27B43-12F5-1F97-1734-134E61FF80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-1050131" y="1299358"/>
            <a:ext cx="2969286" cy="2969286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B11E84EF-E8CF-0B64-1694-8C7304061E0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3" name="Graphique 4">
              <a:extLst>
                <a:ext uri="{FF2B5EF4-FFF2-40B4-BE49-F238E27FC236}">
                  <a16:creationId xmlns:a16="http://schemas.microsoft.com/office/drawing/2014/main" id="{EEF7C05E-22FB-7E91-74B4-3475C6597E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B00422D6-4D68-E76B-16E5-6A0FBB2B00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173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10" y="477722"/>
            <a:ext cx="11104000" cy="430887"/>
          </a:xfrm>
        </p:spPr>
        <p:txBody>
          <a:bodyPr/>
          <a:lstStyle>
            <a:lvl1pPr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10" y="1519867"/>
            <a:ext cx="11104000" cy="518013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6E185C2-AA4F-6E0D-D63C-36C77B6B92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E41832D9-1A91-257E-817C-2E50857618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4FC25BFE-15F4-A5F5-1ADF-F3B5FED02B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340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exte à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36863" y="1908175"/>
            <a:ext cx="7620000" cy="150810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983FCFA-103B-DAA5-3D84-69E711C086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3CB2C26D-A160-E529-DEF5-E4B5EBDB2A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50534B5A-33DF-3676-CFB4-45F9CCB98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462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10" y="477722"/>
            <a:ext cx="11104000" cy="430887"/>
          </a:xfrm>
        </p:spPr>
        <p:txBody>
          <a:bodyPr/>
          <a:lstStyle>
            <a:lvl1pPr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2D48A19-7609-4997-F382-BE37B1547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0610" y="1519867"/>
            <a:ext cx="5323400" cy="518013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8" name="Espace réservé du texte 10"/>
          <p:cNvSpPr>
            <a:spLocks noGrp="1"/>
          </p:cNvSpPr>
          <p:nvPr>
            <p:ph sz="half" idx="2"/>
          </p:nvPr>
        </p:nvSpPr>
        <p:spPr>
          <a:xfrm>
            <a:off x="6971210" y="1519867"/>
            <a:ext cx="5323400" cy="518013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EBBE4F6-F1FF-4FF0-F2F7-80626ED37B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FA167E18-35EE-3983-89E3-742D2E79BB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7C450394-17A5-19EB-D79C-85D2EDB55B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0941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exte avec chapô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57813EA8-3CC2-F96D-B693-786E8EC574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2233" y="1574844"/>
            <a:ext cx="6065060" cy="3854431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BEEF803-434B-B2F1-9EA6-A94217D255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574844"/>
            <a:ext cx="3856038" cy="2579507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lIns="180000" tIns="180000" rIns="180000" bIns="180000"/>
          <a:lstStyle>
            <a:lvl1pPr marL="179388" indent="0">
              <a:tabLst/>
              <a:defRPr>
                <a:latin typeface="Marianne" panose="02000000000000000000" pitchFamily="2" charset="0"/>
              </a:defRPr>
            </a:lvl1pPr>
            <a:lvl2pPr marL="314325" indent="0">
              <a:tabLst/>
              <a:defRPr>
                <a:latin typeface="Marianne" panose="02000000000000000000" pitchFamily="2" charset="0"/>
              </a:defRPr>
            </a:lvl2pPr>
            <a:lvl3pPr marL="314325" indent="0">
              <a:tabLst/>
              <a:defRPr>
                <a:latin typeface="Marianne" panose="02000000000000000000" pitchFamily="2" charset="0"/>
              </a:defRPr>
            </a:lvl3pPr>
            <a:lvl4pPr marL="314325" indent="0">
              <a:tabLst/>
              <a:defRPr>
                <a:latin typeface="Marianne" panose="02000000000000000000" pitchFamily="2" charset="0"/>
              </a:defRPr>
            </a:lvl4pPr>
            <a:lvl5pPr marL="314325" indent="0">
              <a:tabLst/>
              <a:defRPr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B0ECC4AA-C7AD-0AFF-A5E5-6150FE25939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7F15230E-8750-CFDA-8DA8-0380B81DC5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A6580F13-7515-FA48-2614-E184FDDDCC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093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10" y="477722"/>
            <a:ext cx="11104000" cy="430887"/>
          </a:xfrm>
        </p:spPr>
        <p:txBody>
          <a:bodyPr/>
          <a:lstStyle>
            <a:lvl1pPr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0610" y="1519867"/>
            <a:ext cx="11104000" cy="1100000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10" y="2719867"/>
            <a:ext cx="11104000" cy="398013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9478D44-679E-E33B-5FD6-052422B6F12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9F9D5FCC-A574-AB11-8023-33B4678CC8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4BFE210B-27B3-732E-EBCE-698A75AC18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681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avec 1 photo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504459"/>
            <a:ext cx="5105400" cy="4715355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22269" y="477721"/>
            <a:ext cx="6400800" cy="574208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28A621C-827E-9F0B-D624-59D0B65AA7F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FC568FD8-7192-AAEB-77DA-1ACFFBB540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841587B5-96EA-0A8C-1C64-46B00BB23D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6456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avec photo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392570"/>
            <a:ext cx="11704580" cy="2172699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0610" y="3781425"/>
            <a:ext cx="11704595" cy="2590794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9226266-A9D0-C625-7156-351AA795B7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D361E6A1-B979-F95D-02D4-D75606BAC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B0C46F07-E0B4-9780-990D-8A64582EB8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7132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vec 2 photos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84469" y="1419230"/>
            <a:ext cx="3439494" cy="4719018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0625" y="1343025"/>
            <a:ext cx="3439492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6847702B-FE63-40C1-67D1-7ED7FBEF03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37546" y="1346097"/>
            <a:ext cx="3439493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70C30AF-A6AF-E508-43E3-E9953189A67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9FE15A42-AB1E-29BA-1A2E-62A8EF5B3E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56212214-75D3-0193-AD28-2AB1324A00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1702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D17AAC5D-0344-E515-1022-96D6808E9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0625" y="1343024"/>
            <a:ext cx="5226844" cy="487679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08F044C-FC2D-D348-697F-8A4C962739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51009" y="1380053"/>
            <a:ext cx="5837238" cy="4836086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C7E021E-0DEF-A952-063D-248C0474D5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2B07272E-CC7F-9B10-EF14-17A3A170E6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4F66B6D9-1F16-F127-6D59-3CED5C6F1F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2506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avec 3 phot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0625" y="1343025"/>
            <a:ext cx="3439492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6847702B-FE63-40C1-67D1-7ED7FBEF03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37546" y="1346097"/>
            <a:ext cx="3439493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pour une image  9">
            <a:extLst>
              <a:ext uri="{FF2B5EF4-FFF2-40B4-BE49-F238E27FC236}">
                <a16:creationId xmlns:a16="http://schemas.microsoft.com/office/drawing/2014/main" id="{5D26AAB3-DAD5-0178-882A-EA2720525A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7349" y="1358648"/>
            <a:ext cx="3439493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A302A8C7-36F6-3C38-5FFD-2B04CF2265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4A79724B-9551-51EB-CA54-A4209A5EE0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AF7A9FED-4769-5ADC-9EA8-C8882344D5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5431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verba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2987" y="2127110"/>
            <a:ext cx="10718564" cy="2818499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Spectral" panose="02020502060000000000" pitchFamily="18" charset="77"/>
              </a:defRPr>
            </a:lvl1pPr>
            <a:lvl2pPr marL="223838" indent="0" algn="l">
              <a:tabLst/>
              <a:defRPr sz="2000" i="1">
                <a:solidFill>
                  <a:srgbClr val="000000"/>
                </a:solidFill>
                <a:latin typeface="Spectral" panose="02020502060000000000" pitchFamily="18" charset="77"/>
              </a:defRPr>
            </a:lvl2pPr>
            <a:lvl3pPr>
              <a:defRPr sz="1600">
                <a:solidFill>
                  <a:srgbClr val="000000"/>
                </a:solidFill>
                <a:latin typeface="Spectral" panose="02020502060000000000" pitchFamily="18" charset="77"/>
              </a:defRPr>
            </a:lvl3pPr>
            <a:lvl4pPr>
              <a:defRPr sz="1400">
                <a:solidFill>
                  <a:srgbClr val="000000"/>
                </a:solidFill>
                <a:latin typeface="Spectral" panose="02020502060000000000" pitchFamily="18" charset="77"/>
              </a:defRPr>
            </a:lvl4pPr>
            <a:lvl5pPr>
              <a:defRPr sz="1200">
                <a:solidFill>
                  <a:srgbClr val="000000"/>
                </a:solidFill>
                <a:latin typeface="Spectral" panose="02020502060000000000" pitchFamily="18" charset="77"/>
              </a:defRPr>
            </a:lvl5pPr>
          </a:lstStyle>
          <a:p>
            <a:pPr lvl="1"/>
            <a:r>
              <a:rPr lang="fr-FR" dirty="0"/>
              <a:t>Deuxième niveau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1B32AB8-4714-DDD0-97D1-2D467672AC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4267" y="5576940"/>
            <a:ext cx="5506024" cy="400110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algn="r"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algn="r"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348A2C4-578E-915A-6831-6BAFF476C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90610" y="1520509"/>
            <a:ext cx="623901" cy="437914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9DD37467-5A96-5727-9EB7-23FB95A57D6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30058E91-EC35-6490-D8D7-03D991DE41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6F42A3DE-27F7-B5B6-9711-0998117B0A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9336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verbatim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2505" y="2259182"/>
            <a:ext cx="5506023" cy="2818499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Spectral" panose="02020502060000000000" pitchFamily="18" charset="77"/>
              </a:defRPr>
            </a:lvl1pPr>
            <a:lvl2pPr marL="223838" indent="0" algn="l">
              <a:tabLst/>
              <a:defRPr sz="2000" i="1">
                <a:solidFill>
                  <a:srgbClr val="000000"/>
                </a:solidFill>
                <a:latin typeface="Spectral" panose="02020502060000000000" pitchFamily="18" charset="77"/>
              </a:defRPr>
            </a:lvl2pPr>
            <a:lvl3pPr>
              <a:defRPr sz="1600">
                <a:solidFill>
                  <a:srgbClr val="000000"/>
                </a:solidFill>
                <a:latin typeface="Spectral" panose="02020502060000000000" pitchFamily="18" charset="77"/>
              </a:defRPr>
            </a:lvl3pPr>
            <a:lvl4pPr>
              <a:defRPr sz="1400">
                <a:solidFill>
                  <a:srgbClr val="000000"/>
                </a:solidFill>
                <a:latin typeface="Spectral" panose="02020502060000000000" pitchFamily="18" charset="77"/>
              </a:defRPr>
            </a:lvl4pPr>
            <a:lvl5pPr>
              <a:defRPr sz="1200">
                <a:solidFill>
                  <a:srgbClr val="000000"/>
                </a:solidFill>
                <a:latin typeface="Spectral" panose="02020502060000000000" pitchFamily="18" charset="77"/>
              </a:defRPr>
            </a:lvl5pPr>
          </a:lstStyle>
          <a:p>
            <a:pPr lvl="1"/>
            <a:r>
              <a:rPr lang="fr-FR" dirty="0"/>
              <a:t>Deuxième niveau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1B32AB8-4714-DDD0-97D1-2D467672AC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2505" y="5477426"/>
            <a:ext cx="5506024" cy="400110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algn="r"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algn="r"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40DAF354-6CBF-D6A2-0520-49118E8E16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84046" y="1088282"/>
            <a:ext cx="4618038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348A2C4-578E-915A-6831-6BAFF476C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07612" y="1972812"/>
            <a:ext cx="623901" cy="437914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C617DA59-68F0-0538-C47F-AA1504801F4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A48825A2-7D0D-1A13-BB41-69EFFBB5F9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94BF062B-2C6B-3E36-470F-39ED921100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7639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10" y="477722"/>
            <a:ext cx="11104000" cy="430887"/>
          </a:xfrm>
        </p:spPr>
        <p:txBody>
          <a:bodyPr/>
          <a:lstStyle>
            <a:lvl1pPr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610" y="1519867"/>
            <a:ext cx="5323400" cy="5000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 b="1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 b="1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 b="1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 b="1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0" name="Espace réservé du texte 10"/>
          <p:cNvSpPr>
            <a:spLocks noGrp="1"/>
          </p:cNvSpPr>
          <p:nvPr>
            <p:ph type="body" sz="quarter" idx="3"/>
          </p:nvPr>
        </p:nvSpPr>
        <p:spPr>
          <a:xfrm>
            <a:off x="6971210" y="1519867"/>
            <a:ext cx="5323400" cy="5000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 b="1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 b="1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 b="1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 b="1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du graphique 9">
            <a:extLst>
              <a:ext uri="{FF2B5EF4-FFF2-40B4-BE49-F238E27FC236}">
                <a16:creationId xmlns:a16="http://schemas.microsoft.com/office/drawing/2014/main" id="{5E2AD0FF-FCA4-1EE0-C994-26C0A6466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10" y="2119867"/>
            <a:ext cx="5323400" cy="4580133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sp>
        <p:nvSpPr>
          <p:cNvPr id="13" name="Espace réservé du graphique 12">
            <a:extLst>
              <a:ext uri="{FF2B5EF4-FFF2-40B4-BE49-F238E27FC236}">
                <a16:creationId xmlns:a16="http://schemas.microsoft.com/office/drawing/2014/main" id="{62D6FBDD-1A46-6D85-50FD-854537CE1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71210" y="2119867"/>
            <a:ext cx="5323400" cy="4580133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5A71616-0741-AAC4-FC8A-2C07BC0E455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CC01E683-AB0A-FD99-CE28-4AA4CB33CB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B6CC9559-7D41-07AD-44BB-365883DD27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26812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3" name="Espace réservé du graphique 12">
            <a:extLst>
              <a:ext uri="{FF2B5EF4-FFF2-40B4-BE49-F238E27FC236}">
                <a16:creationId xmlns:a16="http://schemas.microsoft.com/office/drawing/2014/main" id="{62D6FBDD-1A46-6D85-50FD-854537CE13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464469" y="1519867"/>
            <a:ext cx="10821194" cy="4776158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C9421A7-4B0C-83C3-9A6E-7E420BA846F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B5FA73E2-584D-8DAB-0433-8183206365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7A39C602-8A11-1433-74D3-D62523BD1F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7667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e +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5631" y="1519867"/>
            <a:ext cx="10920031" cy="1231106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ableau 11">
            <a:extLst>
              <a:ext uri="{FF2B5EF4-FFF2-40B4-BE49-F238E27FC236}">
                <a16:creationId xmlns:a16="http://schemas.microsoft.com/office/drawing/2014/main" id="{B4987523-6018-02E6-8D0B-8AFE104021C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365249" y="3008238"/>
            <a:ext cx="10920413" cy="3287712"/>
          </a:xfr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AE6DBDD3-A09F-DF09-BDD9-26F112C34E3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C7F8F2D1-C06B-D05D-9F1F-C47F5AEB38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C3EB6AD7-3BC2-B87F-FC50-E68B338E17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69492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0" name="Espace réservé du tableau 9">
            <a:extLst>
              <a:ext uri="{FF2B5EF4-FFF2-40B4-BE49-F238E27FC236}">
                <a16:creationId xmlns:a16="http://schemas.microsoft.com/office/drawing/2014/main" id="{643C844D-5C75-AED9-0D54-623DDEDC8015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1190625" y="1343025"/>
            <a:ext cx="11476038" cy="4953000"/>
          </a:xfr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818DDAD9-546E-020C-C68D-533AF7CCA59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6A7A026A-E0E5-4BD7-322B-364BC1C7D4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F68B99B9-ADA2-5E3F-BCEF-A606036CC4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08740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ableau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60669" y="1437350"/>
            <a:ext cx="3581400" cy="4934841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ableau 11">
            <a:extLst>
              <a:ext uri="{FF2B5EF4-FFF2-40B4-BE49-F238E27FC236}">
                <a16:creationId xmlns:a16="http://schemas.microsoft.com/office/drawing/2014/main" id="{B4987523-6018-02E6-8D0B-8AFE104021C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190610" y="1420379"/>
            <a:ext cx="7512859" cy="4951831"/>
          </a:xfr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9DC811DC-ED17-4480-FF95-D285672962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B3B30CC1-D363-0DFE-F1C7-B4D7C74861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52F5423D-BB77-1D26-DB08-0013AD044A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93147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exte + tableau +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5631" y="1519867"/>
            <a:ext cx="10920031" cy="1231106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ableau 11">
            <a:extLst>
              <a:ext uri="{FF2B5EF4-FFF2-40B4-BE49-F238E27FC236}">
                <a16:creationId xmlns:a16="http://schemas.microsoft.com/office/drawing/2014/main" id="{B4987523-6018-02E6-8D0B-8AFE104021C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365250" y="3008238"/>
            <a:ext cx="6500020" cy="3287712"/>
          </a:xfr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graphique 9">
            <a:extLst>
              <a:ext uri="{FF2B5EF4-FFF2-40B4-BE49-F238E27FC236}">
                <a16:creationId xmlns:a16="http://schemas.microsoft.com/office/drawing/2014/main" id="{16B91447-07E9-8DD4-0A31-2C86F192D42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18463" y="3008313"/>
            <a:ext cx="4267200" cy="3287712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EFA50A7-CBF9-290C-719D-E9105451998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7153009B-03D1-9C36-FED0-03B2D46E5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9E5B99D7-E41E-8EF7-3442-E7F3282F60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11967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raphique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3" name="Espace réservé du graphique SmartArt 12">
            <a:extLst>
              <a:ext uri="{FF2B5EF4-FFF2-40B4-BE49-F238E27FC236}">
                <a16:creationId xmlns:a16="http://schemas.microsoft.com/office/drawing/2014/main" id="{CFF7A51A-3564-DED2-8E2E-ECB18B0F3528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1190625" y="1190625"/>
            <a:ext cx="11476038" cy="5105400"/>
          </a:xfrm>
        </p:spPr>
        <p:txBody>
          <a:bodyPr/>
          <a:lstStyle/>
          <a:p>
            <a:r>
              <a:rPr lang="fr-FR"/>
              <a:t>Cliquez sur l'icône pour ajouter un graphique SmartArt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688785BE-BFE2-839E-C68A-7B7EF16284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B9167514-B0E5-F4E5-502C-CCE7B57F49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F52A3844-2CA6-9756-03F7-7FAA777A73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37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bleu A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3444538" cy="6704166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rgbClr val="E7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375FDD-AE74-7B02-222A-9AA3281036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23EC0C-6F65-71E7-6DFF-6E146A9E7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873986D-7CD2-873C-2EDE-6B67D35CA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A34C7A80-D3E0-8B96-7794-7B903F4BE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CD797988-D4F5-058F-343B-AF8EB16B2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6F9FD9DD-E066-7126-ED9B-069B719C7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601B313B-AA9D-5A80-97A2-73743A6587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27568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bleu A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3444538" cy="6704166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rgbClr val="E7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375FDD-AE74-7B02-222A-9AA3281036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23EC0C-6F65-71E7-6DFF-6E146A9E7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873986D-7CD2-873C-2EDE-6B67D35CA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664462E-B459-7362-F6E1-A6548BEE6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pour une image  9">
            <a:extLst>
              <a:ext uri="{FF2B5EF4-FFF2-40B4-BE49-F238E27FC236}">
                <a16:creationId xmlns:a16="http://schemas.microsoft.com/office/drawing/2014/main" id="{08942B13-83B8-E523-7EFF-070066300D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48F6A849-7728-9550-23F6-6183C00F129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D84DCB08-21E8-B5B4-118A-7ABC38035E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DFD2C607-DEFC-A3CE-F1C6-80C3A82990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41387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fond jaune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EA0760-AC2D-3BA8-9A85-A2E83A6F9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3BA9D845-47C7-2F40-AB48-4AA2D621F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206BD-8DED-BFCD-5519-43CFDD3B7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874AF441-D580-871F-CF51-B5724EA0F0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1D774B4-D4EC-4CEA-B45C-7291E04259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03AB3389-3F12-F831-A159-1B782369B9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A707A559-11DA-471A-A6EB-AA77B1A89D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45021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fond jaune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3444538" cy="6704166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375FDD-AE74-7B02-222A-9AA3281036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23EC0C-6F65-71E7-6DFF-6E146A9E7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873986D-7CD2-873C-2EDE-6B67D35CA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664462E-B459-7362-F6E1-A6548BEE6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pour une image  9">
            <a:extLst>
              <a:ext uri="{FF2B5EF4-FFF2-40B4-BE49-F238E27FC236}">
                <a16:creationId xmlns:a16="http://schemas.microsoft.com/office/drawing/2014/main" id="{08942B13-83B8-E523-7EFF-070066300D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9390B93-033C-D990-05E8-1AC627BEB44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72930E02-5EAC-57A1-3016-1559C8500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196199A9-300B-7E15-9F63-CC14374172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4546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orange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3">
              <a:alpha val="15446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EA0760-AC2D-3BA8-9A85-A2E83A6F9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3BA9D845-47C7-2F40-AB48-4AA2D621F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206BD-8DED-BFCD-5519-43CFDD3B7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874AF441-D580-871F-CF51-B5724EA0F0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AF66A81E-3699-6EE7-8E03-7AE3F319C16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DB3AB822-41D9-9F0B-E451-E49BFD20A6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67B2A14D-E634-C081-41D2-FE928F8999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06669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orange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3444538" cy="6704166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375FDD-AE74-7B02-222A-9AA3281036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23EC0C-6F65-71E7-6DFF-6E146A9E7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873986D-7CD2-873C-2EDE-6B67D35CA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664462E-B459-7362-F6E1-A6548BEE6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pour une image  9">
            <a:extLst>
              <a:ext uri="{FF2B5EF4-FFF2-40B4-BE49-F238E27FC236}">
                <a16:creationId xmlns:a16="http://schemas.microsoft.com/office/drawing/2014/main" id="{08942B13-83B8-E523-7EFF-070066300D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8193639-A988-ABD2-678F-69522598E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4B6DFA5A-1833-7C40-79BF-CEA315DFD8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6076F6DC-F9A9-F17B-DE45-81BEF57842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72476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vert D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rgbClr val="ECF3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3BD1FE-ECC8-BAAB-4260-7C10354407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5DDA603-C410-2DA7-03CB-794B1F6E3A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C2F51-8893-110E-42BD-863DD1468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AF748B72-DDE0-C8AA-3FAC-387531F524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6B00D022-1D05-5AA4-94F2-23BE3699F7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4" name="Graphique 4">
              <a:extLst>
                <a:ext uri="{FF2B5EF4-FFF2-40B4-BE49-F238E27FC236}">
                  <a16:creationId xmlns:a16="http://schemas.microsoft.com/office/drawing/2014/main" id="{FD9F440D-399A-0B38-F33B-9148439DB6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097825E0-3DA2-C4D6-2226-00DC8D7923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38994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vert D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rgbClr val="ECF3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3BD1FE-ECC8-BAAB-4260-7C10354407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5DDA603-C410-2DA7-03CB-794B1F6E3A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C2F51-8893-110E-42BD-863DD1468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EDAA3F53-821E-6A33-D3AC-74FBF0BB99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CE49B21D-5599-DDC5-4C2B-893394FF0E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5D3D818-617F-BA26-8A36-F649D4D9DA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F8A68B59-15CB-9FB7-F8DB-844CE7E586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830F5C0C-0177-39E9-3918-FE0FF00425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72528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vert E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4E9927-8ACB-2E47-B13D-6F86B7FFE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A22CB2FE-6159-E017-F35C-AE6922EC37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23621-6EAB-32F6-4B01-376B4452B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788BDC8E-F71A-A30D-A7FE-D2C50144E5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0FF6ED0-8F19-C2F6-70CA-4DD85FBE717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4" name="Graphique 4">
              <a:extLst>
                <a:ext uri="{FF2B5EF4-FFF2-40B4-BE49-F238E27FC236}">
                  <a16:creationId xmlns:a16="http://schemas.microsoft.com/office/drawing/2014/main" id="{A0D71EFC-9714-4C2E-0083-D32CAA249D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F2B0853F-44BD-DF8D-5F19-308FF9C459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3727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fond vert E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4E9927-8ACB-2E47-B13D-6F86B7FFE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A22CB2FE-6159-E017-F35C-AE6922EC37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23621-6EAB-32F6-4B01-376B4452B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F0925A3A-907B-90CC-4266-0FF39130B6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F7985921-197B-38B8-F1EC-1D8B0546D8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40C6043-D66D-8D28-3808-925A75E643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3646743C-7D4C-1FF1-4520-97955C71A9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5961D063-0063-C885-1943-5545E9E82E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69241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bleu F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6">
              <a:alpha val="15565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E7110B-2BBE-38FC-06B0-776A3B1CB3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D1E8A41-3D6E-C611-A7B6-38A519893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EC083-A2F0-CBAE-2D37-0F7CB3E58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477904E2-8576-0EC2-198E-16BB8F1071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D530321-5C14-84E8-637F-8FE97DF6924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4" name="Graphique 4">
              <a:extLst>
                <a:ext uri="{FF2B5EF4-FFF2-40B4-BE49-F238E27FC236}">
                  <a16:creationId xmlns:a16="http://schemas.microsoft.com/office/drawing/2014/main" id="{95965F57-E731-AD02-9D34-F5A26B3405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188F2F44-9F97-5ECF-CB95-FB410A8139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3928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fond bleu F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6">
              <a:alpha val="15565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E7110B-2BBE-38FC-06B0-776A3B1CB3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D1E8A41-3D6E-C611-A7B6-38A519893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EC083-A2F0-CBAE-2D37-0F7CB3E58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55685179-A687-1217-3480-19309F8971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A963BB20-D88E-CD05-9FA6-F2600F2498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FEF3530B-641F-72BD-3613-56D1A12A11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18F1F00E-3A01-38F9-470E-0013C1D438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565850D7-9C2D-987C-4057-1C65E0C46D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54214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7B52124-4155-9E30-E9B4-66B68C990939}"/>
              </a:ext>
            </a:extLst>
          </p:cNvPr>
          <p:cNvSpPr/>
          <p:nvPr userDrawn="1"/>
        </p:nvSpPr>
        <p:spPr>
          <a:xfrm>
            <a:off x="-12427" y="1367562"/>
            <a:ext cx="13444538" cy="4716524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73198"/>
                </a:scheme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F5CDBB56-803F-FAD4-4C12-8DED9458ADFE}"/>
              </a:ext>
            </a:extLst>
          </p:cNvPr>
          <p:cNvSpPr txBox="1">
            <a:spLocks noGrp="1"/>
          </p:cNvSpPr>
          <p:nvPr>
            <p:ph type="title" idx="4294967295" hasCustomPrompt="1"/>
          </p:nvPr>
        </p:nvSpPr>
        <p:spPr>
          <a:xfrm>
            <a:off x="898262" y="613073"/>
            <a:ext cx="11644313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>
              <a:defRPr>
                <a:latin typeface="Marianne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Arial" panose="020B0604020202020204" pitchFamily="34" charset="0"/>
              </a:rPr>
              <a:t>Merci pour votre attention</a:t>
            </a: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arianne" panose="02000000000000000000" pitchFamily="2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D2E338A-C8D0-65B3-2459-9B8706069D0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854085" y="6365039"/>
            <a:ext cx="3736368" cy="935984"/>
            <a:chOff x="397670" y="6749937"/>
            <a:chExt cx="2590799" cy="649012"/>
          </a:xfrm>
        </p:grpSpPr>
        <p:pic>
          <p:nvPicPr>
            <p:cNvPr id="12" name="Graphique 4">
              <a:extLst>
                <a:ext uri="{FF2B5EF4-FFF2-40B4-BE49-F238E27FC236}">
                  <a16:creationId xmlns:a16="http://schemas.microsoft.com/office/drawing/2014/main" id="{85600BE8-4696-C3A7-C571-8F6C6BCC8D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3" name="Graphique 12">
              <a:extLst>
                <a:ext uri="{FF2B5EF4-FFF2-40B4-BE49-F238E27FC236}">
                  <a16:creationId xmlns:a16="http://schemas.microsoft.com/office/drawing/2014/main" id="{C70F4AD7-B30D-A749-E3E2-C52F44CD5F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  <p:sp>
        <p:nvSpPr>
          <p:cNvPr id="2" name="ZoneTexte 1">
            <a:hlinkClick r:id="rId4"/>
            <a:extLst>
              <a:ext uri="{FF2B5EF4-FFF2-40B4-BE49-F238E27FC236}">
                <a16:creationId xmlns:a16="http://schemas.microsoft.com/office/drawing/2014/main" id="{DB2901EC-D53F-0A53-5980-E59F6C622B36}"/>
              </a:ext>
            </a:extLst>
          </p:cNvPr>
          <p:cNvSpPr txBox="1"/>
          <p:nvPr userDrawn="1"/>
        </p:nvSpPr>
        <p:spPr>
          <a:xfrm>
            <a:off x="1068264" y="1713596"/>
            <a:ext cx="475252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TOUTES NOS ACTUALITÉS, SOLUTIONS, ACTIVITÉS ET SERVICES</a:t>
            </a:r>
          </a:p>
          <a:p>
            <a:endParaRPr lang="fr-FR" sz="5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cerema.fr</a:t>
            </a:r>
          </a:p>
        </p:txBody>
      </p:sp>
      <p:sp>
        <p:nvSpPr>
          <p:cNvPr id="3" name="ZoneTexte 2">
            <a:hlinkClick r:id="rId5"/>
            <a:extLst>
              <a:ext uri="{FF2B5EF4-FFF2-40B4-BE49-F238E27FC236}">
                <a16:creationId xmlns:a16="http://schemas.microsoft.com/office/drawing/2014/main" id="{6BACF7DB-DF29-CFEC-DDF5-605989041BD4}"/>
              </a:ext>
            </a:extLst>
          </p:cNvPr>
          <p:cNvSpPr txBox="1"/>
          <p:nvPr userDrawn="1"/>
        </p:nvSpPr>
        <p:spPr>
          <a:xfrm>
            <a:off x="7208942" y="2050231"/>
            <a:ext cx="382876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NOTRE OFFRE</a:t>
            </a:r>
          </a:p>
          <a:p>
            <a:r>
              <a:rPr lang="fr-FR" b="1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AUX COLLECTIVITÉS TERRITORIALES :</a:t>
            </a:r>
          </a:p>
          <a:p>
            <a:r>
              <a:rPr lang="fr-FR" b="1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REJOIGNEZ-NOUS !</a:t>
            </a:r>
          </a:p>
          <a:p>
            <a:endParaRPr lang="fr-FR" sz="7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cerema.fr/collectivites-territoriales</a:t>
            </a:r>
          </a:p>
        </p:txBody>
      </p:sp>
      <p:pic>
        <p:nvPicPr>
          <p:cNvPr id="14" name="Image 13">
            <a:hlinkClick r:id="rId5"/>
            <a:extLst>
              <a:ext uri="{FF2B5EF4-FFF2-40B4-BE49-F238E27FC236}">
                <a16:creationId xmlns:a16="http://schemas.microsoft.com/office/drawing/2014/main" id="{5B4874A4-1892-4A2F-4A3B-5A76A8CDDD7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57465" y="1915001"/>
            <a:ext cx="1793955" cy="1793955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00C8918E-9704-25B2-38E5-5B3C4A916CBD}"/>
              </a:ext>
            </a:extLst>
          </p:cNvPr>
          <p:cNvGrpSpPr/>
          <p:nvPr userDrawn="1"/>
        </p:nvGrpSpPr>
        <p:grpSpPr>
          <a:xfrm>
            <a:off x="7208942" y="4450686"/>
            <a:ext cx="2473364" cy="1092607"/>
            <a:chOff x="7685153" y="4354429"/>
            <a:chExt cx="2473364" cy="1092607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F53FDD16-4D2B-1842-ACD0-E493DD0088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8179976" y="5184998"/>
              <a:ext cx="284008" cy="205661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9BA8DBFF-AD48-807D-D973-46F15DA29B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7792526" y="5112990"/>
              <a:ext cx="272225" cy="277669"/>
            </a:xfrm>
            <a:prstGeom prst="rect">
              <a:avLst/>
            </a:prstGeom>
          </p:spPr>
        </p:pic>
        <p:sp>
          <p:nvSpPr>
            <p:cNvPr id="15" name="ZoneTexte 14">
              <a:hlinkClick r:id="rId9"/>
              <a:extLst>
                <a:ext uri="{FF2B5EF4-FFF2-40B4-BE49-F238E27FC236}">
                  <a16:creationId xmlns:a16="http://schemas.microsoft.com/office/drawing/2014/main" id="{114A365B-D2C1-6A43-1253-F7E7FC8E15F6}"/>
                </a:ext>
              </a:extLst>
            </p:cNvPr>
            <p:cNvSpPr txBox="1"/>
            <p:nvPr userDrawn="1"/>
          </p:nvSpPr>
          <p:spPr>
            <a:xfrm>
              <a:off x="7685153" y="4354429"/>
              <a:ext cx="2473364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  <a:effectLst/>
                  <a:latin typeface="Marianne" panose="02000000000000000000" pitchFamily="2" charset="0"/>
                </a:rPr>
                <a:t>NOUS CONTACTER</a:t>
              </a:r>
            </a:p>
            <a:p>
              <a:endParaRPr lang="fr-FR" sz="500" dirty="0">
                <a:solidFill>
                  <a:schemeClr val="bg1"/>
                </a:solidFill>
                <a:effectLst/>
                <a:latin typeface="Marianne" panose="02000000000000000000" pitchFamily="2" charset="0"/>
              </a:endParaRPr>
            </a:p>
            <a:p>
              <a:r>
                <a:rPr lang="fr-FR" sz="1400" dirty="0">
                  <a:solidFill>
                    <a:schemeClr val="bg1"/>
                  </a:solidFill>
                  <a:effectLst/>
                  <a:latin typeface="Marianne" panose="02000000000000000000" pitchFamily="2" charset="0"/>
                </a:rPr>
                <a:t>cerema.fr/contact</a:t>
              </a:r>
            </a:p>
            <a:p>
              <a:endPara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endParaRPr>
            </a:p>
            <a:p>
              <a:r>
                <a:rPr lang="fr-FR" sz="1400" dirty="0">
                  <a:solidFill>
                    <a:schemeClr val="bg1"/>
                  </a:solidFill>
                  <a:effectLst/>
                  <a:latin typeface="Marianne" panose="02000000000000000000" pitchFamily="2" charset="0"/>
                </a:rPr>
                <a:t>                 @</a:t>
              </a:r>
              <a:r>
                <a:rPr lang="fr-FR" sz="1400" dirty="0" err="1">
                  <a:solidFill>
                    <a:schemeClr val="bg1"/>
                  </a:solidFill>
                  <a:effectLst/>
                  <a:latin typeface="Marianne" panose="02000000000000000000" pitchFamily="2" charset="0"/>
                </a:rPr>
                <a:t>cerema</a:t>
              </a:r>
              <a:endPara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endParaRPr>
            </a:p>
          </p:txBody>
        </p:sp>
      </p:grpSp>
      <p:sp>
        <p:nvSpPr>
          <p:cNvPr id="17" name="ZoneTexte 16">
            <a:hlinkClick r:id="rId10"/>
            <a:extLst>
              <a:ext uri="{FF2B5EF4-FFF2-40B4-BE49-F238E27FC236}">
                <a16:creationId xmlns:a16="http://schemas.microsoft.com/office/drawing/2014/main" id="{DE2263E5-DFDE-BE21-1CF6-7794FD957628}"/>
              </a:ext>
            </a:extLst>
          </p:cNvPr>
          <p:cNvSpPr txBox="1"/>
          <p:nvPr userDrawn="1"/>
        </p:nvSpPr>
        <p:spPr>
          <a:xfrm>
            <a:off x="1068264" y="5053225"/>
            <a:ext cx="4752528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NOS FORMATIONS CERTIFIÉES</a:t>
            </a:r>
            <a:b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</a:br>
            <a:endParaRPr lang="fr-FR" sz="5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cerema.fr/formation</a:t>
            </a:r>
            <a:endParaRPr lang="fr-FR" dirty="0">
              <a:solidFill>
                <a:schemeClr val="bg1"/>
              </a:solidFill>
              <a:latin typeface="Marianne" panose="02000000000000000000" pitchFamily="2" charset="0"/>
            </a:endParaRPr>
          </a:p>
        </p:txBody>
      </p:sp>
      <p:sp>
        <p:nvSpPr>
          <p:cNvPr id="18" name="ZoneTexte 17">
            <a:hlinkClick r:id="rId11"/>
            <a:extLst>
              <a:ext uri="{FF2B5EF4-FFF2-40B4-BE49-F238E27FC236}">
                <a16:creationId xmlns:a16="http://schemas.microsoft.com/office/drawing/2014/main" id="{8FAC870A-FC29-8A78-ABE3-D292676A8F8C}"/>
              </a:ext>
            </a:extLst>
          </p:cNvPr>
          <p:cNvSpPr txBox="1"/>
          <p:nvPr userDrawn="1"/>
        </p:nvSpPr>
        <p:spPr>
          <a:xfrm>
            <a:off x="1068264" y="3837508"/>
            <a:ext cx="475252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NOS ÉVÈNEMENTS, CONFÉRENCES </a:t>
            </a:r>
            <a:b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</a:br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ET WÉBINAIRES</a:t>
            </a:r>
          </a:p>
          <a:p>
            <a:endParaRPr lang="fr-FR" sz="5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cerema.fr/</a:t>
            </a:r>
            <a:r>
              <a:rPr lang="fr-FR" sz="1400" dirty="0" err="1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evenements</a:t>
            </a:r>
            <a:endParaRPr lang="fr-FR" sz="14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</p:txBody>
      </p:sp>
      <p:sp>
        <p:nvSpPr>
          <p:cNvPr id="19" name="ZoneTexte 18">
            <a:hlinkClick r:id="rId12"/>
            <a:extLst>
              <a:ext uri="{FF2B5EF4-FFF2-40B4-BE49-F238E27FC236}">
                <a16:creationId xmlns:a16="http://schemas.microsoft.com/office/drawing/2014/main" id="{966D619E-8900-1BD7-3D18-10DA193F04E9}"/>
              </a:ext>
            </a:extLst>
          </p:cNvPr>
          <p:cNvSpPr txBox="1"/>
          <p:nvPr userDrawn="1"/>
        </p:nvSpPr>
        <p:spPr>
          <a:xfrm>
            <a:off x="1068264" y="2912005"/>
            <a:ext cx="4752528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NOS RESSOURCES DOCUMENTAIRES</a:t>
            </a:r>
          </a:p>
          <a:p>
            <a:endParaRPr lang="fr-FR" sz="5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doc.cerema.fr</a:t>
            </a:r>
            <a:endParaRPr lang="fr-FR" dirty="0">
              <a:solidFill>
                <a:schemeClr val="bg1"/>
              </a:solidFill>
              <a:latin typeface="Mariann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9290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6651" y="283806"/>
            <a:ext cx="612029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F2B74"/>
                </a:solidFill>
                <a:latin typeface="Tahoma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2227" y="1739456"/>
            <a:ext cx="121000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331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06" r:id="rId2"/>
    <p:sldLayoutId id="2147483688" r:id="rId3"/>
    <p:sldLayoutId id="2147483707" r:id="rId4"/>
    <p:sldLayoutId id="2147483682" r:id="rId5"/>
    <p:sldLayoutId id="2147483690" r:id="rId6"/>
    <p:sldLayoutId id="2147483691" r:id="rId7"/>
    <p:sldLayoutId id="2147483719" r:id="rId8"/>
    <p:sldLayoutId id="2147483677" r:id="rId9"/>
    <p:sldLayoutId id="2147483694" r:id="rId10"/>
    <p:sldLayoutId id="2147483696" r:id="rId11"/>
    <p:sldLayoutId id="2147483695" r:id="rId12"/>
    <p:sldLayoutId id="2147483692" r:id="rId13"/>
    <p:sldLayoutId id="2147483718" r:id="rId14"/>
    <p:sldLayoutId id="2147483717" r:id="rId15"/>
    <p:sldLayoutId id="2147483697" r:id="rId16"/>
    <p:sldLayoutId id="2147483693" r:id="rId17"/>
    <p:sldLayoutId id="2147483698" r:id="rId18"/>
    <p:sldLayoutId id="2147483700" r:id="rId19"/>
    <p:sldLayoutId id="2147483699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8" r:id="rId26"/>
    <p:sldLayoutId id="2147483709" r:id="rId27"/>
    <p:sldLayoutId id="2147483673" r:id="rId28"/>
    <p:sldLayoutId id="2147483710" r:id="rId29"/>
    <p:sldLayoutId id="2147483712" r:id="rId30"/>
    <p:sldLayoutId id="2147483713" r:id="rId31"/>
    <p:sldLayoutId id="2147483676" r:id="rId32"/>
    <p:sldLayoutId id="2147483711" r:id="rId33"/>
    <p:sldLayoutId id="2147483684" r:id="rId34"/>
    <p:sldLayoutId id="2147483714" r:id="rId35"/>
    <p:sldLayoutId id="2147483687" r:id="rId36"/>
    <p:sldLayoutId id="2147483715" r:id="rId37"/>
    <p:sldLayoutId id="2147483685" r:id="rId38"/>
    <p:sldLayoutId id="2147483716" r:id="rId39"/>
    <p:sldLayoutId id="2147483679" r:id="rId40"/>
  </p:sldLayoutIdLst>
  <p:hf hdr="0" dt="0"/>
  <p:txStyles>
    <p:titleStyle>
      <a:lvl1pPr eaLnBrk="1" hangingPunct="1">
        <a:defRPr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eaLnBrk="1" hangingPunct="1">
        <a:defRPr>
          <a:latin typeface="Marianne" panose="02000000000000000000" pitchFamily="50" charset="0"/>
          <a:ea typeface="+mn-ea"/>
          <a:cs typeface="Arial" panose="020B0604020202020204" pitchFamily="34" charset="0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Diaporama Cerema Carnot 2025">
  <a:themeElements>
    <a:clrScheme name="Cerema">
      <a:dk1>
        <a:srgbClr val="282474"/>
      </a:dk1>
      <a:lt1>
        <a:srgbClr val="FFFFFF"/>
      </a:lt1>
      <a:dk2>
        <a:srgbClr val="EF7757"/>
      </a:dk2>
      <a:lt2>
        <a:srgbClr val="E7E6E6"/>
      </a:lt2>
      <a:accent1>
        <a:srgbClr val="262069"/>
      </a:accent1>
      <a:accent2>
        <a:srgbClr val="F7D05C"/>
      </a:accent2>
      <a:accent3>
        <a:srgbClr val="EF7757"/>
      </a:accent3>
      <a:accent4>
        <a:srgbClr val="96AB5B"/>
      </a:accent4>
      <a:accent5>
        <a:srgbClr val="448D60"/>
      </a:accent5>
      <a:accent6>
        <a:srgbClr val="5971B3"/>
      </a:accent6>
      <a:hlink>
        <a:srgbClr val="282474"/>
      </a:hlink>
      <a:folHlink>
        <a:srgbClr val="28247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. Modele Diaporama Cerema 2026" id="{E9CC89CE-6EE2-484D-BC4D-E72D8297122B}" vid="{93677223-7DBC-2D48-887F-2E780431F19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c8d63b-f1c7-4f8b-9352-d8c1f02ac330">
      <Terms xmlns="http://schemas.microsoft.com/office/infopath/2007/PartnerControls"/>
    </lcf76f155ced4ddcb4097134ff3c332f>
    <TaxCatchAll xmlns="806d6700-a96a-4033-8efd-832755f0c55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532F2F76EA124E812FA2E3043485F9" ma:contentTypeVersion="15" ma:contentTypeDescription="Crée un document." ma:contentTypeScope="" ma:versionID="125a30784a0db44869ac14c2eb083b46">
  <xsd:schema xmlns:xsd="http://www.w3.org/2001/XMLSchema" xmlns:xs="http://www.w3.org/2001/XMLSchema" xmlns:p="http://schemas.microsoft.com/office/2006/metadata/properties" xmlns:ns2="f7c8d63b-f1c7-4f8b-9352-d8c1f02ac330" xmlns:ns3="806d6700-a96a-4033-8efd-832755f0c557" targetNamespace="http://schemas.microsoft.com/office/2006/metadata/properties" ma:root="true" ma:fieldsID="4fea4dd3a9f35c1a424c65e225000056" ns2:_="" ns3:_="">
    <xsd:import namespace="f7c8d63b-f1c7-4f8b-9352-d8c1f02ac330"/>
    <xsd:import namespace="806d6700-a96a-4033-8efd-832755f0c5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c8d63b-f1c7-4f8b-9352-d8c1f02ac3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8f0f899d-8c39-495d-befa-698fd195a9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6d6700-a96a-4033-8efd-832755f0c55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d80c363-6438-48eb-bd1a-e61fc59d76a7}" ma:internalName="TaxCatchAll" ma:showField="CatchAllData" ma:web="806d6700-a96a-4033-8efd-832755f0c5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E334C8-F8CA-463C-9DEA-A807085787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C31623-2D3C-4CAF-ABB2-5006E8FB4CA2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806d6700-a96a-4033-8efd-832755f0c557"/>
    <ds:schemaRef ds:uri="f7c8d63b-f1c7-4f8b-9352-d8c1f02ac33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940D207-6E1D-41DF-B0C1-2F7BD87528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c8d63b-f1c7-4f8b-9352-d8c1f02ac330"/>
    <ds:schemaRef ds:uri="806d6700-a96a-4033-8efd-832755f0c5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2354</Words>
  <Application>Microsoft Macintosh PowerPoint</Application>
  <PresentationFormat>Personnalisé</PresentationFormat>
  <Paragraphs>356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3" baseType="lpstr">
      <vt:lpstr>Arial</vt:lpstr>
      <vt:lpstr>Calibri</vt:lpstr>
      <vt:lpstr>Marianne</vt:lpstr>
      <vt:lpstr>Marianne Bold</vt:lpstr>
      <vt:lpstr>Spectral</vt:lpstr>
      <vt:lpstr>Tahoma</vt:lpstr>
      <vt:lpstr>Diaporama Cerema Carnot 2025</vt:lpstr>
      <vt:lpstr>Présentation PowerPoint</vt:lpstr>
      <vt:lpstr>Présentation PowerPoint</vt:lpstr>
      <vt:lpstr>Présentation PowerPoint</vt:lpstr>
      <vt:lpstr>Présentation PowerPoint</vt:lpstr>
      <vt:lpstr>INTRODUCTION</vt:lpstr>
      <vt:lpstr>SOMMAIRE / ORDRE DU JOUR</vt:lpstr>
      <vt:lpstr>Titre Chapitre (modèle simple)</vt:lpstr>
      <vt:lpstr>Titre Chapitre (modèle avec sommaire)</vt:lpstr>
      <vt:lpstr>Titre Chapitre (modèle avec sommaire)</vt:lpstr>
      <vt:lpstr>TITRE - DIAPO AVEC TEXTE UNIQUEMENT</vt:lpstr>
      <vt:lpstr>TITRE - DIAPO AVEC TEXTE UNIQUEMENT</vt:lpstr>
      <vt:lpstr>TITRE - DIAPO AVEC LISTE À PUCES</vt:lpstr>
      <vt:lpstr>TITRE - DIAPO AVEC TEXTE ET PHOTO</vt:lpstr>
      <vt:lpstr>TITRE - DIAPO AVEC TEXTE ET PHOTO</vt:lpstr>
      <vt:lpstr>TITRE - DIAPO AVEC PHOTO</vt:lpstr>
      <vt:lpstr>TITRE - DIAPO AVEC VERBATIM</vt:lpstr>
      <vt:lpstr>TITRE - DIAPO AVEC TEXTE + GRAPHIQUES</vt:lpstr>
      <vt:lpstr>TITRE - DIAPO AVEC ORGANIGRAMME</vt:lpstr>
      <vt:lpstr>TITRE - DIAPO AVEC TEXTE ET TABLEAU</vt:lpstr>
      <vt:lpstr>TITRE - DIAPO AVEC TEXTE</vt:lpstr>
      <vt:lpstr>Présentation PowerPoint</vt:lpstr>
      <vt:lpstr>TITRE - DIAPO AVEC TEXTE</vt:lpstr>
      <vt:lpstr>TITRE - DIAPO AVEC TEXTE</vt:lpstr>
      <vt:lpstr>TITRE - DIAPO AVEC TEXTE</vt:lpstr>
      <vt:lpstr>TITRE - DIAPO AVEC TEXTE</vt:lpstr>
      <vt:lpstr>Merci pour votre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Mme Marjorie VIGNAU</dc:creator>
  <cp:keywords/>
  <dc:description/>
  <cp:lastModifiedBy>Mme Marjorie VIGNAU</cp:lastModifiedBy>
  <cp:revision>6</cp:revision>
  <cp:lastPrinted>2025-05-27T09:07:27Z</cp:lastPrinted>
  <dcterms:created xsi:type="dcterms:W3CDTF">2026-06-04T11:02:37Z</dcterms:created>
  <dcterms:modified xsi:type="dcterms:W3CDTF">2026-06-18T14:01:36Z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2024-04-15T10:00:00Z</vt:filetime>
  </property>
  <property fmtid="{D5CDD505-2E9C-101B-9397-08002B2CF9AE}" pid="3" name="Creator">
    <vt:lpwstr>Adobe InDesign 19.3 (Macintosh)</vt:lpwstr>
  </property>
  <property fmtid="{D5CDD505-2E9C-101B-9397-08002B2CF9AE}" pid="4" name="LastSaved">
    <vt:filetime>2025-02-11T10:00:00Z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0x01010074532F2F76EA124E812FA2E3043485F9</vt:lpwstr>
  </property>
</Properties>
</file>